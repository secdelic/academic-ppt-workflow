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cover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section_divider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problem_gap_objective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method_framework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primary_result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secondary_result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hero_result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limitation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conclusion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appendix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B7F9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325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Synthesis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68096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Visual Workspace · Synthetic Preview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 rot="1200000">
            <a:off x="8869680" y="1143000"/>
            <a:ext cx="2057400" cy="2057400"/>
          </a:xfrm>
          <a:prstGeom prst="arc">
            <a:avLst/>
          </a:prstGeom>
          <a:solidFill>
            <a:srgbClr val="263B57">
              <a:alpha val="0"/>
            </a:srgbClr>
          </a:solidFill>
          <a:ln w="101600">
            <a:solidFill>
              <a:srgbClr val="6B7F9E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证据链决定页面节奏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B7F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063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B7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79476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B7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章节页只承担过渡，不堆叠细节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问题、缺口与目标必须形成一条逻辑线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B7F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观察到稳定但异质的信号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4E5"/>
          </a:solidFill>
          <a:ln w="15240">
            <a:solidFill>
              <a:srgbClr val="C74B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C74B50"/>
          </a:solidFill>
          <a:ln w="12700">
            <a:solidFill>
              <a:srgbClr val="C74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关键决策边界仍未解决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用预先定义的证据回答问题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方法框架把输入、分析与边界分开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B7F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2331720" cy="1417320"/>
          </a:xfrm>
          <a:prstGeom prst="chevron">
            <a:avLst/>
          </a:prstGeom>
          <a:solidFill>
            <a:srgbClr val="263B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84448" y="2057400"/>
            <a:ext cx="2331720" cy="1417320"/>
          </a:xfrm>
          <a:prstGeom prst="chevron">
            <a:avLst/>
          </a:prstGeom>
          <a:solidFill>
            <a:srgbClr val="6B7F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质量门槛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45936" y="2057400"/>
            <a:ext cx="2331720" cy="1417320"/>
          </a:xfrm>
          <a:prstGeom prst="chevron">
            <a:avLst/>
          </a:prstGeom>
          <a:solidFill>
            <a:srgbClr val="263B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07424" y="2057400"/>
            <a:ext cx="2331720" cy="1417320"/>
          </a:xfrm>
          <a:prstGeom prst="chevron">
            <a:avLst/>
          </a:prstGeom>
          <a:solidFill>
            <a:srgbClr val="6B7F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63456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解释边界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合成示例不代表真实统计结果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主要结果需要同时显示效应与比较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B7F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406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5257800"/>
            <a:ext cx="649224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828800"/>
            <a:ext cx="0" cy="34290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348886"/>
            <a:ext cx="673913" cy="908914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8336" y="3699662"/>
            <a:ext cx="673913" cy="1558138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13632" y="2985516"/>
            <a:ext cx="673913" cy="2272284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3439973"/>
            <a:ext cx="673913" cy="1817827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4224" y="2660904"/>
            <a:ext cx="673913" cy="2596896"/>
          </a:xfrm>
          <a:prstGeom prst="rect">
            <a:avLst/>
          </a:prstGeom>
          <a:solidFill>
            <a:srgbClr val="C74B50"/>
          </a:solidFill>
          <a:ln w="12700">
            <a:solidFill>
              <a:srgbClr val="C74B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828800"/>
            <a:ext cx="2697480" cy="2011680"/>
          </a:xfrm>
          <a:prstGeom prst="roundRect">
            <a:avLst>
              <a:gd name="adj" fmla="val 2727"/>
            </a:avLst>
          </a:prstGeom>
          <a:solidFill>
            <a:srgbClr val="263B57"/>
          </a:solidFill>
          <a:ln w="12700">
            <a:solidFill>
              <a:srgbClr val="263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+12.4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82396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合成变化值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分层结果用小多图保持实体范围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B7F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3647542"/>
            <a:ext cx="232601" cy="787298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3110" y="3197657"/>
            <a:ext cx="232601" cy="1237183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6020" y="3778758"/>
            <a:ext cx="232601" cy="656082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68930" y="3085186"/>
            <a:ext cx="232601" cy="1349654"/>
          </a:xfrm>
          <a:prstGeom prst="rect">
            <a:avLst/>
          </a:prstGeom>
          <a:solidFill>
            <a:srgbClr val="C74B50"/>
          </a:solidFill>
          <a:ln w="12700">
            <a:solidFill>
              <a:srgbClr val="C74B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B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647542"/>
            <a:ext cx="232601" cy="787298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2150" y="3197657"/>
            <a:ext cx="232601" cy="1237183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3778758"/>
            <a:ext cx="232601" cy="656082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17970" y="3085186"/>
            <a:ext cx="232601" cy="1349654"/>
          </a:xfrm>
          <a:prstGeom prst="rect">
            <a:avLst/>
          </a:prstGeom>
          <a:solidFill>
            <a:srgbClr val="C74B50"/>
          </a:solidFill>
          <a:ln w="12700">
            <a:solidFill>
              <a:srgbClr val="C74B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C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41248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3647542"/>
            <a:ext cx="232601" cy="787298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21190" y="3197657"/>
            <a:ext cx="232601" cy="1237183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44100" y="3778758"/>
            <a:ext cx="232601" cy="656082"/>
          </a:xfrm>
          <a:prstGeom prst="rect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7010" y="3085186"/>
            <a:ext cx="232601" cy="1349654"/>
          </a:xfrm>
          <a:prstGeom prst="rect">
            <a:avLst/>
          </a:prstGeom>
          <a:solidFill>
            <a:srgbClr val="C74B50"/>
          </a:solidFill>
          <a:ln w="12700">
            <a:solidFill>
              <a:srgbClr val="C74B5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核心结果只保留一个视觉中心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B7F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0.72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32688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合成效应估计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0" y="1325880"/>
            <a:ext cx="5943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32120" y="5212080"/>
            <a:ext cx="50292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1737360"/>
            <a:ext cx="0" cy="347472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4301338"/>
            <a:ext cx="146304" cy="146304"/>
          </a:xfrm>
          <a:prstGeom prst="ellipse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47688" y="3670402"/>
            <a:ext cx="146304" cy="146304"/>
          </a:xfrm>
          <a:prstGeom prst="ellipse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0376" y="2976372"/>
            <a:ext cx="146304" cy="146304"/>
          </a:xfrm>
          <a:prstGeom prst="ellipse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13064" y="3418027"/>
            <a:ext cx="146304" cy="146304"/>
          </a:xfrm>
          <a:prstGeom prst="ellipse">
            <a:avLst/>
          </a:prstGeom>
          <a:solidFill>
            <a:srgbClr val="6B7F9E"/>
          </a:solidFill>
          <a:ln w="12700">
            <a:solidFill>
              <a:srgbClr val="6B7F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45752" y="2660904"/>
            <a:ext cx="146304" cy="146304"/>
          </a:xfrm>
          <a:prstGeom prst="ellipse">
            <a:avLst/>
          </a:prstGeom>
          <a:solidFill>
            <a:srgbClr val="C74B50"/>
          </a:solidFill>
          <a:ln w="12700">
            <a:solidFill>
              <a:srgbClr val="C74B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886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B7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区间跨越预设阈值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局限性决定结论可以走多远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B7F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37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74B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74520" y="1719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测量误差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C74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971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74B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残余混杂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74B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74520" y="4187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外部有效性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42062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结论必须把证据、边界与行动连接起来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B7F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2514600" cy="0"/>
          </a:xfrm>
          <a:prstGeom prst="line">
            <a:avLst/>
          </a:prstGeom>
          <a:noFill/>
          <a:ln w="50800">
            <a:solidFill>
              <a:srgbClr val="6B7F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合成信号方向一致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1772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617720" y="2148840"/>
            <a:ext cx="2514600" cy="0"/>
          </a:xfrm>
          <a:prstGeom prst="line">
            <a:avLst/>
          </a:prstGeom>
          <a:noFill/>
          <a:ln w="50800">
            <a:solidFill>
              <a:srgbClr val="6B7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不确定性仍需保留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2104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74B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321040" y="2148840"/>
            <a:ext cx="2514600" cy="0"/>
          </a:xfrm>
          <a:prstGeom prst="line">
            <a:avLst/>
          </a:prstGeom>
          <a:noFill/>
          <a:ln w="50800">
            <a:solidFill>
              <a:srgbClr val="C74B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进入人工科学复核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附录：来源、规则与审计对象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B7F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657600" cy="640080"/>
          </a:xfrm>
          <a:prstGeom prst="rect">
            <a:avLst/>
          </a:prstGeom>
          <a:solidFill>
            <a:srgbClr val="263B5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200400" cy="640080"/>
          </a:xfrm>
          <a:prstGeom prst="rect">
            <a:avLst/>
          </a:prstGeom>
          <a:solidFill>
            <a:srgbClr val="263B5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664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46720" y="1508760"/>
            <a:ext cx="3566160" cy="640080"/>
          </a:xfrm>
          <a:prstGeom prst="rect">
            <a:avLst/>
          </a:prstGeom>
          <a:solidFill>
            <a:srgbClr val="263B5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6642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2258568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414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SlideSpec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2258568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4140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2258568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4140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008376"/>
            <a:ext cx="365760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63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VisualSpec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3008376"/>
            <a:ext cx="320040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63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0" y="3008376"/>
            <a:ext cx="356616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163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3758184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人工评分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3758184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913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0" y="3758184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3913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63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human_review.csv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Local private workflow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 Synthesis Workspace</dc:title>
  <dc:subject>Synthetic Evidence Synthesis visual workspace</dc:subject>
  <dc:creator>Academic PPT Workflow</dc:creator>
  <cp:lastModifiedBy>Academic PPT Workflow</cp:lastModifiedBy>
  <cp:revision>1</cp:revision>
  <dcterms:created xsi:type="dcterms:W3CDTF">2026-08-12T13:11:22Z</dcterms:created>
  <dcterms:modified xsi:type="dcterms:W3CDTF">2026-08-12T13:11:22Z</dcterms:modified>
</cp:coreProperties>
</file>