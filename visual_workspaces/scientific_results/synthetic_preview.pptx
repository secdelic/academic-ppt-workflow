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cover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section_divider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problem_gap_objective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method_framework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primary_result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secondary_result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hero_result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limitation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conclusion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appendix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Scientific Results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Visual Workspace · Synthetic Preview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rot="1200000">
            <a:off x="8869680" y="1143000"/>
            <a:ext cx="2057400" cy="2057400"/>
          </a:xfrm>
          <a:prstGeom prst="arc">
            <a:avLst/>
          </a:prstGeom>
          <a:solidFill>
            <a:srgbClr val="243B53">
              <a:alpha val="0"/>
            </a:srgbClr>
          </a:solidFill>
          <a:ln w="101600">
            <a:solidFill>
              <a:srgbClr val="2A9D8F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证据链决定页面节奏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章节页只承担过渡，不堆叠细节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问题、缺口与目标必须形成一条逻辑线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观察到稳定但异质的信号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4E5"/>
          </a:solidFill>
          <a:ln w="15240">
            <a:solidFill>
              <a:srgbClr val="D95F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关键决策边界仍未解决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用预先定义的证据回答问题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方法框架把输入、分析与边界分开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331720" cy="1417320"/>
          </a:xfrm>
          <a:prstGeom prst="chevron">
            <a:avLst/>
          </a:prstGeom>
          <a:solidFill>
            <a:srgbClr val="243B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2331720" cy="14173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2331720" cy="1417320"/>
          </a:xfrm>
          <a:prstGeom prst="chevron">
            <a:avLst/>
          </a:prstGeom>
          <a:solidFill>
            <a:srgbClr val="243B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2057400"/>
            <a:ext cx="2331720" cy="14173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合成示例不代表真实统计结果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主要结果需要同时显示效应与比较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406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649224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0" cy="34290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8886"/>
            <a:ext cx="673913" cy="90891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3699662"/>
            <a:ext cx="673913" cy="155813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985516"/>
            <a:ext cx="673913" cy="22722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3439973"/>
            <a:ext cx="673913" cy="181782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660904"/>
            <a:ext cx="673913" cy="2596896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28800"/>
            <a:ext cx="2697480" cy="2011680"/>
          </a:xfrm>
          <a:prstGeom prst="roundRect">
            <a:avLst>
              <a:gd name="adj" fmla="val 2727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合成变化值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分层结果用小多图保持实体范围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647542"/>
            <a:ext cx="232601" cy="78729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3110" y="3197657"/>
            <a:ext cx="232601" cy="123718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3778758"/>
            <a:ext cx="232601" cy="65608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8930" y="3085186"/>
            <a:ext cx="232601" cy="1349654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647542"/>
            <a:ext cx="232601" cy="78729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2150" y="3197657"/>
            <a:ext cx="232601" cy="123718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3778758"/>
            <a:ext cx="232601" cy="65608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970" y="3085186"/>
            <a:ext cx="232601" cy="1349654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647542"/>
            <a:ext cx="232601" cy="78729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1190" y="3197657"/>
            <a:ext cx="232601" cy="123718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778758"/>
            <a:ext cx="232601" cy="65608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7010" y="3085186"/>
            <a:ext cx="232601" cy="1349654"/>
          </a:xfrm>
          <a:prstGeom prst="rect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核心结果只保留一个视觉中心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合成效应估计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5212080"/>
            <a:ext cx="50292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37360"/>
            <a:ext cx="0" cy="347472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430133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3670402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0376" y="2976372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3418027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660904"/>
            <a:ext cx="146304" cy="146304"/>
          </a:xfrm>
          <a:prstGeom prst="ellipse">
            <a:avLst/>
          </a:prstGeom>
          <a:solidFill>
            <a:srgbClr val="D95F59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区间跨越预设阈值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局限性决定结论可以走多远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D95F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外部有效性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结论必须把证据、边界与行动连接起来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1460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合成信号方向一致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251460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不确定性仍需保留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5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2514600" cy="0"/>
          </a:xfrm>
          <a:prstGeom prst="line">
            <a:avLst/>
          </a:prstGeom>
          <a:noFill/>
          <a:ln w="50800">
            <a:solidFill>
              <a:srgbClr val="D95F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进入人工科学复核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附录：来源、规则与审计对象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solidFill>
            <a:srgbClr val="243B5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640080"/>
          </a:xfrm>
          <a:prstGeom prst="rect">
            <a:avLst/>
          </a:prstGeom>
          <a:solidFill>
            <a:srgbClr val="243B5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640080"/>
          </a:xfrm>
          <a:prstGeom prst="rect">
            <a:avLst/>
          </a:prstGeom>
          <a:solidFill>
            <a:srgbClr val="243B5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258568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14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14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36576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VisualSpec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32004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008376"/>
            <a:ext cx="356616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375818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5818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human_review.csv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Local private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Results Workspace</dc:title>
  <dc:subject>Synthetic Scientific Results visual workspace</dc:subject>
  <dc:creator>Academic PPT Workflow</dc:creator>
  <cp:lastModifiedBy>Academic PPT Workflow</cp:lastModifiedBy>
  <cp:revision>1</cp:revision>
  <dcterms:created xsi:type="dcterms:W3CDTF">2026-08-12T13:11:22Z</dcterms:created>
  <dcterms:modified xsi:type="dcterms:W3CDTF">2026-08-12T13:11:22Z</dcterms:modified>
</cp:coreProperties>
</file>