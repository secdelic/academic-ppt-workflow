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cover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section_divider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problem_gap_objective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method_framework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primary_result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secondary_result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hero_result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limitation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conclusion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appendix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49808" y="1325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Bioinformatics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68096" y="2331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D9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Canonical Visual Workspace · Synthetic Preview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 rot="1200000">
            <a:off x="8869680" y="1143000"/>
            <a:ext cx="2057400" cy="2057400"/>
          </a:xfrm>
          <a:prstGeom prst="arc">
            <a:avLst/>
          </a:prstGeom>
          <a:solidFill>
            <a:srgbClr val="213A5C">
              <a:alpha val="0"/>
            </a:srgbClr>
          </a:solidFill>
          <a:ln w="101600">
            <a:solidFill>
              <a:srgbClr val="2A9D8F">
                <a:alpha val="9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证据链决定页面节奏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0632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794760" y="2011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9436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675120" y="2011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" y="3931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D9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章节页只承担过渡，不堆叠细节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1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问题、缺口与目标必须形成一条逻辑线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2926080" cy="333756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82880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865376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5146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1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观察到稳定但异质的信号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480560" y="1600200"/>
            <a:ext cx="2926080" cy="3337560"/>
          </a:xfrm>
          <a:prstGeom prst="roundRect">
            <a:avLst>
              <a:gd name="adj" fmla="val 1875"/>
            </a:avLst>
          </a:prstGeom>
          <a:solidFill>
            <a:srgbClr val="FFF4E5"/>
          </a:solidFill>
          <a:ln w="15240">
            <a:solidFill>
              <a:srgbClr val="D95F5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82880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D95F59"/>
          </a:solidFill>
          <a:ln w="12700">
            <a:solidFill>
              <a:srgbClr val="D95F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865376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25146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1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关键决策边界仍未解决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2926080" cy="333756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82880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0768" y="1865376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25146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1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用预先定义的证据回答问题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1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方法框架把输入、分析与边界分开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2331720" cy="1417320"/>
          </a:xfrm>
          <a:prstGeom prst="chevron">
            <a:avLst/>
          </a:prstGeom>
          <a:solidFill>
            <a:srgbClr val="213A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584448" y="2057400"/>
            <a:ext cx="2331720" cy="1417320"/>
          </a:xfrm>
          <a:prstGeom prst="chevron">
            <a:avLst/>
          </a:prstGeom>
          <a:solidFill>
            <a:srgbClr val="2A9D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质量门槛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45936" y="2057400"/>
            <a:ext cx="2331720" cy="1417320"/>
          </a:xfrm>
          <a:prstGeom prst="chevron">
            <a:avLst/>
          </a:prstGeom>
          <a:solidFill>
            <a:srgbClr val="213A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1968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107424" y="2057400"/>
            <a:ext cx="2331720" cy="1417320"/>
          </a:xfrm>
          <a:prstGeom prst="chevron">
            <a:avLst/>
          </a:prstGeom>
          <a:solidFill>
            <a:srgbClr val="2A9D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63456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解释边界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8680" y="416052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合成示例不代表真实统计结果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1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主要结果需要同时显示效应与比较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74066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5257800"/>
            <a:ext cx="6492240" cy="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828800"/>
            <a:ext cx="0" cy="342900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4348886"/>
            <a:ext cx="673913" cy="90891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88336" y="3699662"/>
            <a:ext cx="673913" cy="155813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13632" y="2985516"/>
            <a:ext cx="673913" cy="227228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38928" y="3439973"/>
            <a:ext cx="673913" cy="1817827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64224" y="2660904"/>
            <a:ext cx="673913" cy="2596896"/>
          </a:xfrm>
          <a:prstGeom prst="rect">
            <a:avLst/>
          </a:prstGeom>
          <a:solidFill>
            <a:srgbClr val="D95F59"/>
          </a:solidFill>
          <a:ln w="12700">
            <a:solidFill>
              <a:srgbClr val="D95F5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49640" y="1828800"/>
            <a:ext cx="2697480" cy="2011680"/>
          </a:xfrm>
          <a:prstGeom prst="roundRect">
            <a:avLst>
              <a:gd name="adj" fmla="val 2727"/>
            </a:avLst>
          </a:prstGeom>
          <a:solidFill>
            <a:srgbClr val="213A5C"/>
          </a:solidFill>
          <a:ln w="12700">
            <a:solidFill>
              <a:srgbClr val="21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23960" y="21488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+12.4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823960" y="2880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D9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合成变化值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1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分层结果用小多图保持实体范围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 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1965960"/>
            <a:ext cx="297180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320" y="4434840"/>
            <a:ext cx="2057400" cy="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2377440"/>
            <a:ext cx="0" cy="205740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0200" y="3647542"/>
            <a:ext cx="232601" cy="78729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23110" y="3197657"/>
            <a:ext cx="232601" cy="1237183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46020" y="3778758"/>
            <a:ext cx="232601" cy="65608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68930" y="3085186"/>
            <a:ext cx="232601" cy="1349654"/>
          </a:xfrm>
          <a:prstGeom prst="rect">
            <a:avLst/>
          </a:prstGeom>
          <a:solidFill>
            <a:srgbClr val="D95F59"/>
          </a:solidFill>
          <a:ln w="12700">
            <a:solidFill>
              <a:srgbClr val="D95F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 B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663440" y="1965960"/>
            <a:ext cx="297180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66360" y="4434840"/>
            <a:ext cx="2057400" cy="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66360" y="2377440"/>
            <a:ext cx="0" cy="205740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49240" y="3647542"/>
            <a:ext cx="232601" cy="78729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72150" y="3197657"/>
            <a:ext cx="232601" cy="1237183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3778758"/>
            <a:ext cx="232601" cy="65608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17970" y="3085186"/>
            <a:ext cx="232601" cy="1349654"/>
          </a:xfrm>
          <a:prstGeom prst="rect">
            <a:avLst/>
          </a:prstGeom>
          <a:solidFill>
            <a:srgbClr val="D95F59"/>
          </a:solidFill>
          <a:ln w="12700">
            <a:solidFill>
              <a:srgbClr val="D95F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 C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412480" y="1965960"/>
            <a:ext cx="297180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15400" y="4434840"/>
            <a:ext cx="2057400" cy="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15400" y="2377440"/>
            <a:ext cx="0" cy="205740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98280" y="3647542"/>
            <a:ext cx="232601" cy="78729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21190" y="3197657"/>
            <a:ext cx="232601" cy="1237183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44100" y="3778758"/>
            <a:ext cx="232601" cy="65608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67010" y="3085186"/>
            <a:ext cx="232601" cy="1349654"/>
          </a:xfrm>
          <a:prstGeom prst="rect">
            <a:avLst/>
          </a:prstGeom>
          <a:solidFill>
            <a:srgbClr val="D95F59"/>
          </a:solidFill>
          <a:ln w="12700">
            <a:solidFill>
              <a:srgbClr val="D95F59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核心结果只保留一个视觉中心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160020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0.72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932688" y="27432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9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合成效应估计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029200" y="1325880"/>
            <a:ext cx="59436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32120" y="5212080"/>
            <a:ext cx="5029200" cy="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32120" y="1737360"/>
            <a:ext cx="0" cy="347472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0" y="4301338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47688" y="3670402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0376" y="2976372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13064" y="3418027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45752" y="2660904"/>
            <a:ext cx="146304" cy="146304"/>
          </a:xfrm>
          <a:prstGeom prst="ellipse">
            <a:avLst/>
          </a:prstGeom>
          <a:solidFill>
            <a:srgbClr val="D95F59"/>
          </a:solidFill>
          <a:ln w="12700">
            <a:solidFill>
              <a:srgbClr val="D95F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8862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95% 区间跨越预设阈值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1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局限性决定结论可以走多远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98755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7373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95F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74520" y="17190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测量误差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0" y="173736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需要在正式结论中保持限定语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2788920"/>
            <a:ext cx="9875520" cy="868680"/>
          </a:xfrm>
          <a:prstGeom prst="roundRect">
            <a:avLst>
              <a:gd name="adj" fmla="val 5263"/>
            </a:avLst>
          </a:prstGeom>
          <a:solidFill>
            <a:srgbClr val="FFF4E5"/>
          </a:solidFill>
          <a:ln w="12700">
            <a:solidFill>
              <a:srgbClr val="D95F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9718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95F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74520" y="29535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残余混杂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需要在正式结论中保持限定语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400" y="4023360"/>
            <a:ext cx="98755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4206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95F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874520" y="41879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外部有效性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0" y="420624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需要在正式结论中保持限定语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1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结论必须把证据、边界与行动连接起来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2148840"/>
            <a:ext cx="2514600" cy="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6888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1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合成信号方向一致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617720" y="1600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617720" y="2148840"/>
            <a:ext cx="2514600" cy="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46888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1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不确定性仍需保留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321040" y="1600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5F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321040" y="2148840"/>
            <a:ext cx="2514600" cy="0"/>
          </a:xfrm>
          <a:prstGeom prst="line">
            <a:avLst/>
          </a:prstGeom>
          <a:noFill/>
          <a:ln w="50800">
            <a:solidFill>
              <a:srgbClr val="D95F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246888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1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进入人工科学复核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1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附录：来源、规则与审计对象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3657600" cy="640080"/>
          </a:xfrm>
          <a:prstGeom prst="rect">
            <a:avLst/>
          </a:prstGeom>
          <a:solidFill>
            <a:srgbClr val="213A5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642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663440" y="1508760"/>
            <a:ext cx="3200400" cy="640080"/>
          </a:xfrm>
          <a:prstGeom prst="rect">
            <a:avLst/>
          </a:prstGeom>
          <a:solidFill>
            <a:srgbClr val="213A5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6642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046720" y="1508760"/>
            <a:ext cx="3566160" cy="640080"/>
          </a:xfrm>
          <a:prstGeom prst="rect">
            <a:avLst/>
          </a:prstGeom>
          <a:solidFill>
            <a:srgbClr val="213A5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16642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2258568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4140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1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SlideSpec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63440" y="2258568"/>
            <a:ext cx="3200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4140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1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0" y="2258568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24140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1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3008376"/>
            <a:ext cx="3657600" cy="640080"/>
          </a:xfrm>
          <a:prstGeom prst="rect">
            <a:avLst/>
          </a:prstGeom>
          <a:solidFill>
            <a:srgbClr val="EDF2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1638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1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VisualSpec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63440" y="3008376"/>
            <a:ext cx="3200400" cy="640080"/>
          </a:xfrm>
          <a:prstGeom prst="rect">
            <a:avLst/>
          </a:prstGeom>
          <a:solidFill>
            <a:srgbClr val="EDF2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1638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1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46720" y="3008376"/>
            <a:ext cx="3566160" cy="640080"/>
          </a:xfrm>
          <a:prstGeom prst="rect">
            <a:avLst/>
          </a:prstGeom>
          <a:solidFill>
            <a:srgbClr val="EDF2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31638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1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2960" y="3758184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39136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1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人工评分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63440" y="3758184"/>
            <a:ext cx="3200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9136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1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待完成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46720" y="3758184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3913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1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human_review.csv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Local private workflow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Bioinformatics Workspace</dc:title>
  <dc:subject>Synthetic Bioinformatics visual workspace</dc:subject>
  <dc:creator>Academic PPT Workflow</dc:creator>
  <cp:lastModifiedBy>Academic PPT Workflow</cp:lastModifiedBy>
  <cp:revision>1</cp:revision>
  <dcterms:created xsi:type="dcterms:W3CDTF">2026-08-12T13:11:22Z</dcterms:created>
  <dcterms:modified xsi:type="dcterms:W3CDTF">2026-08-12T13:11:22Z</dcterms:modified>
</cp:coreProperties>
</file>