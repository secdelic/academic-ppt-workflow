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 Research Protocol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1D3B46">
              <a:alpha val="0"/>
            </a:srgbClr>
          </a:solidFill>
          <a:ln w="101600">
            <a:solidFill>
              <a:srgbClr val="3A8D8A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3A8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3A8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6C8E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1D3B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3A8D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1D3B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3A8D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1D3B46"/>
          </a:solidFill>
          <a:ln w="12700">
            <a:solidFill>
              <a:srgbClr val="1D3B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3A8D8A"/>
          </a:solidFill>
          <a:ln w="12700">
            <a:solidFill>
              <a:srgbClr val="3A8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8D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8E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8E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8E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3A8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3A8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C8E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3A8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1D3B4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1D3B4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1D3B4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D3B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Research Protocol Workspace</dc:title>
  <dc:subject>Synthetic Clinical Research Protocol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